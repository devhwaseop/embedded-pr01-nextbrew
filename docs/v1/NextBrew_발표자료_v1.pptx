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esamanru OTF Medium"/>
      <p:bold r:id="rId11"/>
    </p:embeddedFont>
    <p:embeddedFont>
      <p:font typeface="Pretendard Medium"/>
      <p:bold r:id="rId12"/>
    </p:embeddedFont>
    <p:embeddedFont>
      <p:font typeface="Pretendard Regular"/>
      <p:regular r:id="rId13"/>
    </p:embeddedFont>
    <p:embeddedFont>
      <p:font typeface="esamanru OTF Bold"/>
      <p:bold r:id="rId14"/>
    </p:embeddedFont>
    <p:embeddedFont>
      <p:font typeface="Pretendard Bold"/>
      <p:bold r:id="rId15"/>
    </p:embeddedFont>
    <p:embeddedFont>
      <p:font typeface="Pretendard SemiBold"/>
      <p:bold r:id="rId16"/>
    </p:embeddedFont>
    <p:embeddedFont>
      <p:font typeface="Pretendard ExtraBold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.fntdata" Type="http://schemas.openxmlformats.org/officeDocument/2006/relationships/font"/><Relationship Id="rId12" Target="fonts/font2.fntdata" Type="http://schemas.openxmlformats.org/officeDocument/2006/relationships/font"/><Relationship Id="rId13" Target="fonts/font3.fntdata" Type="http://schemas.openxmlformats.org/officeDocument/2006/relationships/font"/><Relationship Id="rId14" Target="fonts/font4.fntdata" Type="http://schemas.openxmlformats.org/officeDocument/2006/relationships/font"/><Relationship Id="rId15" Target="fonts/font5.fntdata" Type="http://schemas.openxmlformats.org/officeDocument/2006/relationships/font"/><Relationship Id="rId16" Target="fonts/font6.fntdata" Type="http://schemas.openxmlformats.org/officeDocument/2006/relationships/font"/><Relationship Id="rId17" Target="fonts/font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3" Target="../media/image2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10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2.png" Type="http://schemas.openxmlformats.org/officeDocument/2006/relationships/image"/><Relationship Id="rId17" Target="../media/image33.svg" Type="http://schemas.openxmlformats.org/officeDocument/2006/relationships/image"/><Relationship Id="rId18" Target="../media/image34.png" Type="http://schemas.openxmlformats.org/officeDocument/2006/relationships/image"/><Relationship Id="rId19" Target="../media/image35.svg" Type="http://schemas.openxmlformats.org/officeDocument/2006/relationships/image"/><Relationship Id="rId2" Target="../media/image1.png" Type="http://schemas.openxmlformats.org/officeDocument/2006/relationships/image"/><Relationship Id="rId20" Target="../media/image36.svg" Type="http://schemas.openxmlformats.org/officeDocument/2006/relationships/image"/><Relationship Id="rId21" Target="../media/image37.png" Type="http://schemas.openxmlformats.org/officeDocument/2006/relationships/image"/><Relationship Id="rId22" Target="../media/image38.svg" Type="http://schemas.openxmlformats.org/officeDocument/2006/relationships/image"/><Relationship Id="rId23" Target="../media/image39.png" Type="http://schemas.openxmlformats.org/officeDocument/2006/relationships/image"/><Relationship Id="rId24" Target="../media/image40.svg" Type="http://schemas.openxmlformats.org/officeDocument/2006/relationships/image"/><Relationship Id="rId25" Target="../media/image41.png" Type="http://schemas.openxmlformats.org/officeDocument/2006/relationships/image"/><Relationship Id="rId26" Target="../media/image42.png" Type="http://schemas.openxmlformats.org/officeDocument/2006/relationships/image"/><Relationship Id="rId27" Target="../media/image43.png" Type="http://schemas.openxmlformats.org/officeDocument/2006/relationships/image"/><Relationship Id="rId28" Target="../media/image44.png" Type="http://schemas.openxmlformats.org/officeDocument/2006/relationships/image"/><Relationship Id="rId29" Target="../media/image45.png" Type="http://schemas.openxmlformats.org/officeDocument/2006/relationships/image"/><Relationship Id="rId3" Target="../media/image2.svg" Type="http://schemas.openxmlformats.org/officeDocument/2006/relationships/image"/><Relationship Id="rId30" Target="../media/image46.png" Type="http://schemas.openxmlformats.org/officeDocument/2006/relationships/image"/><Relationship Id="rId31" Target="../media/image47.png" Type="http://schemas.openxmlformats.org/officeDocument/2006/relationships/image"/><Relationship Id="rId32" Target="../media/image48.png" Type="http://schemas.openxmlformats.org/officeDocument/2006/relationships/image"/><Relationship Id="rId33" Target="../media/image49.png" Type="http://schemas.openxmlformats.org/officeDocument/2006/relationships/image"/><Relationship Id="rId34" Target="../media/image50.png" Type="http://schemas.openxmlformats.org/officeDocument/2006/relationships/image"/><Relationship Id="rId35" Target="../media/image51.png" Type="http://schemas.openxmlformats.org/officeDocument/2006/relationships/image"/><Relationship Id="rId36" Target="../media/image52.png" Type="http://schemas.openxmlformats.org/officeDocument/2006/relationships/image"/><Relationship Id="rId37" Target="../media/image53.png" Type="http://schemas.openxmlformats.org/officeDocument/2006/relationships/image"/><Relationship Id="rId38" Target="../media/image54.png" Type="http://schemas.openxmlformats.org/officeDocument/2006/relationships/image"/><Relationship Id="rId39" Target="../media/image55.png" Type="http://schemas.openxmlformats.org/officeDocument/2006/relationships/image"/><Relationship Id="rId4" Target="../media/image3.svg" Type="http://schemas.openxmlformats.org/officeDocument/2006/relationships/image"/><Relationship Id="rId40" Target="../media/image56.png" Type="http://schemas.openxmlformats.org/officeDocument/2006/relationships/image"/><Relationship Id="rId41" Target="../media/image57.png" Type="http://schemas.openxmlformats.org/officeDocument/2006/relationships/image"/><Relationship Id="rId42" Target="../media/image58.png" Type="http://schemas.openxmlformats.org/officeDocument/2006/relationships/image"/><Relationship Id="rId5" Target="../media/image25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10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../media/image64.png" Type="http://schemas.openxmlformats.org/officeDocument/2006/relationships/image"/><Relationship Id="rId15" Target="../media/image65.svg" Type="http://schemas.openxmlformats.org/officeDocument/2006/relationships/image"/><Relationship Id="rId16" Target="../media/image66.png" Type="http://schemas.openxmlformats.org/officeDocument/2006/relationships/image"/><Relationship Id="rId17" Target="../media/image67.png" Type="http://schemas.openxmlformats.org/officeDocument/2006/relationships/image"/><Relationship Id="rId18" Target="../media/image68.png" Type="http://schemas.openxmlformats.org/officeDocument/2006/relationships/image"/><Relationship Id="rId19" Target="../media/image69.png" Type="http://schemas.openxmlformats.org/officeDocument/2006/relationships/image"/><Relationship Id="rId2" Target="../media/image1.png" Type="http://schemas.openxmlformats.org/officeDocument/2006/relationships/image"/><Relationship Id="rId20" Target="../media/image70.png" Type="http://schemas.openxmlformats.org/officeDocument/2006/relationships/image"/><Relationship Id="rId21" Target="../media/image71.png" Type="http://schemas.openxmlformats.org/officeDocument/2006/relationships/image"/><Relationship Id="rId22" Target="../media/image72.svg" Type="http://schemas.openxmlformats.org/officeDocument/2006/relationships/image"/><Relationship Id="rId23" Target="../media/image11.png" Type="http://schemas.openxmlformats.org/officeDocument/2006/relationships/image"/><Relationship Id="rId24" Target="../media/image12.svg" Type="http://schemas.openxmlformats.org/officeDocument/2006/relationships/image"/><Relationship Id="rId25" Target="../media/image73.png" Type="http://schemas.openxmlformats.org/officeDocument/2006/relationships/image"/><Relationship Id="rId26" Target="../media/image74.png" Type="http://schemas.openxmlformats.org/officeDocument/2006/relationships/image"/><Relationship Id="rId27" Target="../media/image75.png" Type="http://schemas.openxmlformats.org/officeDocument/2006/relationships/image"/><Relationship Id="rId28" Target="../media/image76.png" Type="http://schemas.openxmlformats.org/officeDocument/2006/relationships/image"/><Relationship Id="rId29" Target="../media/image77.png" Type="http://schemas.openxmlformats.org/officeDocument/2006/relationships/image"/><Relationship Id="rId3" Target="../media/image2.svg" Type="http://schemas.openxmlformats.org/officeDocument/2006/relationships/image"/><Relationship Id="rId30" Target="../media/image78.png" Type="http://schemas.openxmlformats.org/officeDocument/2006/relationships/image"/><Relationship Id="rId31" Target="../media/image79.png" Type="http://schemas.openxmlformats.org/officeDocument/2006/relationships/image"/><Relationship Id="rId32" Target="../media/image80.png" Type="http://schemas.openxmlformats.org/officeDocument/2006/relationships/image"/><Relationship Id="rId33" Target="../media/image81.png" Type="http://schemas.openxmlformats.org/officeDocument/2006/relationships/image"/><Relationship Id="rId34" Target="../media/image82.png" Type="http://schemas.openxmlformats.org/officeDocument/2006/relationships/image"/><Relationship Id="rId35" Target="../media/image83.svg" Type="http://schemas.openxmlformats.org/officeDocument/2006/relationships/image"/><Relationship Id="rId36" Target="../media/image84.png" Type="http://schemas.openxmlformats.org/officeDocument/2006/relationships/image"/><Relationship Id="rId37" Target="../media/image85.svg" Type="http://schemas.openxmlformats.org/officeDocument/2006/relationships/image"/><Relationship Id="rId38" Target="../media/image86.png" Type="http://schemas.openxmlformats.org/officeDocument/2006/relationships/image"/><Relationship Id="rId39" Target="../media/image87.svg" Type="http://schemas.openxmlformats.org/officeDocument/2006/relationships/image"/><Relationship Id="rId4" Target="../media/image3.svg" Type="http://schemas.openxmlformats.org/officeDocument/2006/relationships/image"/><Relationship Id="rId5" Target="../media/image59.png" Type="http://schemas.openxmlformats.org/officeDocument/2006/relationships/image"/><Relationship Id="rId6" Target="../media/image5.svg" Type="http://schemas.openxmlformats.org/officeDocument/2006/relationships/image"/><Relationship Id="rId7" Target="../media/image60.png" Type="http://schemas.openxmlformats.org/officeDocument/2006/relationships/image"/><Relationship Id="rId8" Target="../media/image7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10.sv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14" Target="../media/image91.svg" Type="http://schemas.openxmlformats.org/officeDocument/2006/relationships/image"/><Relationship Id="rId15" Target="../media/image11.png" Type="http://schemas.openxmlformats.org/officeDocument/2006/relationships/image"/><Relationship Id="rId16" Target="../media/image12.svg" Type="http://schemas.openxmlformats.org/officeDocument/2006/relationships/image"/><Relationship Id="rId17" Target="../media/image92.png" Type="http://schemas.openxmlformats.org/officeDocument/2006/relationships/image"/><Relationship Id="rId18" Target="../media/image9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svg" Type="http://schemas.openxmlformats.org/officeDocument/2006/relationships/image"/><Relationship Id="rId5" Target="../media/image88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7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10.svg" Type="http://schemas.openxmlformats.org/officeDocument/2006/relationships/image"/><Relationship Id="rId12" Target="../media/image95.png" Type="http://schemas.openxmlformats.org/officeDocument/2006/relationships/image"/><Relationship Id="rId13" Target="../media/image96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97.png" Type="http://schemas.openxmlformats.org/officeDocument/2006/relationships/image"/><Relationship Id="rId17" Target="../media/image9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svg" Type="http://schemas.openxmlformats.org/officeDocument/2006/relationships/image"/><Relationship Id="rId5" Target="../media/image9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7.svg" Type="http://schemas.openxmlformats.org/officeDocument/2006/relationships/image"/><Relationship Id="rId9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31341">
            <a:off x="11125200" y="444500"/>
            <a:ext cx="3987800" cy="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331341">
            <a:off x="3175000" y="444500"/>
            <a:ext cx="39878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469900" y="457200"/>
            <a:ext cx="17360900" cy="935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3119100" y="558800"/>
            <a:ext cx="177800" cy="17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4991100" y="558800"/>
            <a:ext cx="1778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00100" y="800100"/>
            <a:ext cx="16687800" cy="868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422400" y="8153400"/>
            <a:ext cx="154559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6370300" y="66040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6370300" y="35433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90700" y="66040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790700" y="35433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4025900" y="2362200"/>
            <a:ext cx="10248900" cy="838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47800" y="8394700"/>
            <a:ext cx="15392400" cy="342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5240000" y="4991100"/>
            <a:ext cx="2400300" cy="304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-5400000">
            <a:off x="533400" y="4991100"/>
            <a:ext cx="2628900" cy="304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695700" y="4876800"/>
            <a:ext cx="10896600" cy="2603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556000" y="3784600"/>
            <a:ext cx="11150600" cy="1079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4826000" y="2540000"/>
            <a:ext cx="86487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31341">
            <a:off x="11125200" y="444500"/>
            <a:ext cx="3987800" cy="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331341">
            <a:off x="3175000" y="444500"/>
            <a:ext cx="39878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469900" y="457200"/>
            <a:ext cx="17360900" cy="935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3119100" y="558800"/>
            <a:ext cx="177800" cy="17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4991100" y="558800"/>
            <a:ext cx="1778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00100" y="800100"/>
            <a:ext cx="16687800" cy="868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3868400" y="4343400"/>
            <a:ext cx="2768600" cy="434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4998700" y="4191000"/>
            <a:ext cx="4953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0807700" y="4343400"/>
            <a:ext cx="2768600" cy="4343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950700" y="4191000"/>
            <a:ext cx="4953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7759700" y="4343400"/>
            <a:ext cx="2768600" cy="4343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8890000" y="4191000"/>
            <a:ext cx="4953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4711700" y="4343400"/>
            <a:ext cx="2768600" cy="4343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5842000" y="4191000"/>
            <a:ext cx="495300" cy="508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651000" y="4343400"/>
            <a:ext cx="2768600" cy="4343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2794000" y="4191000"/>
            <a:ext cx="495300" cy="508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020800" y="6769100"/>
            <a:ext cx="2451100" cy="1803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4008100" y="5689600"/>
            <a:ext cx="2489200" cy="1054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4312900" y="4965700"/>
            <a:ext cx="1879600" cy="330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0947400" y="6946900"/>
            <a:ext cx="2501900" cy="1447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0947400" y="5715000"/>
            <a:ext cx="2489200" cy="1003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252200" y="4965700"/>
            <a:ext cx="1879600" cy="330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7823200" y="6946900"/>
            <a:ext cx="2628900" cy="1447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899400" y="5689600"/>
            <a:ext cx="2489200" cy="1054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8204200" y="4965700"/>
            <a:ext cx="1879600" cy="330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4838700" y="6946900"/>
            <a:ext cx="2501900" cy="1447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4851400" y="5689600"/>
            <a:ext cx="2489200" cy="1054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156200" y="4965700"/>
            <a:ext cx="1879600" cy="330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790700" y="6946900"/>
            <a:ext cx="2501900" cy="1447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790700" y="5689600"/>
            <a:ext cx="2489200" cy="1054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095500" y="4965700"/>
            <a:ext cx="1879600" cy="330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908300" y="2844800"/>
            <a:ext cx="124714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902200" y="1358900"/>
            <a:ext cx="84836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31341">
            <a:off x="11125200" y="444500"/>
            <a:ext cx="3987800" cy="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331341">
            <a:off x="3175000" y="444500"/>
            <a:ext cx="39878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469900" y="457200"/>
            <a:ext cx="17360900" cy="935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3119100" y="558800"/>
            <a:ext cx="177800" cy="17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4991100" y="558800"/>
            <a:ext cx="1778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00100" y="800100"/>
            <a:ext cx="16687800" cy="868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3322300" y="4330700"/>
            <a:ext cx="2501900" cy="250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2560300" y="5346700"/>
            <a:ext cx="419100" cy="41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702800" y="4330700"/>
            <a:ext cx="2501900" cy="2501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8940800" y="5346700"/>
            <a:ext cx="419100" cy="41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6083300" y="4330700"/>
            <a:ext cx="2501900" cy="2501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5346700" y="5346700"/>
            <a:ext cx="419100" cy="419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2463800" y="4330700"/>
            <a:ext cx="2501900" cy="2501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2654300" y="4521200"/>
            <a:ext cx="2120900" cy="2120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422400" y="2705100"/>
            <a:ext cx="15455900" cy="38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258800" y="7061200"/>
            <a:ext cx="2628900" cy="1231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639800" y="3632200"/>
            <a:ext cx="1879600" cy="520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9728200" y="7061200"/>
            <a:ext cx="2451100" cy="1231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020300" y="3632200"/>
            <a:ext cx="1879600" cy="520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057900" y="7023100"/>
            <a:ext cx="2552700" cy="1308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400800" y="3632200"/>
            <a:ext cx="1879600" cy="520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489200" y="7073900"/>
            <a:ext cx="2463800" cy="1206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781300" y="3632200"/>
            <a:ext cx="1879600" cy="520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543300" y="1384300"/>
            <a:ext cx="11201400" cy="1270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6654800" y="4851400"/>
            <a:ext cx="1358900" cy="1473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0388600" y="4775200"/>
            <a:ext cx="1130300" cy="1689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0">
            <a:off x="13830300" y="4826000"/>
            <a:ext cx="12827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31341">
            <a:off x="11125200" y="444500"/>
            <a:ext cx="3987800" cy="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331341">
            <a:off x="3175000" y="444500"/>
            <a:ext cx="39878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469900" y="457200"/>
            <a:ext cx="17360900" cy="935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3119100" y="558800"/>
            <a:ext cx="177800" cy="17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4991100" y="558800"/>
            <a:ext cx="1778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00100" y="800100"/>
            <a:ext cx="16687800" cy="868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568700" y="2794000"/>
            <a:ext cx="11163300" cy="660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8826500" y="2489200"/>
            <a:ext cx="647700" cy="64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422400" y="2705100"/>
            <a:ext cx="154559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445000" y="1384300"/>
            <a:ext cx="9410700" cy="1270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638800" y="8750300"/>
            <a:ext cx="70231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FEBE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31341">
            <a:off x="11125200" y="444500"/>
            <a:ext cx="3987800" cy="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331341">
            <a:off x="3175000" y="444500"/>
            <a:ext cx="39878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469900" y="457200"/>
            <a:ext cx="17360900" cy="935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3119100" y="558800"/>
            <a:ext cx="177800" cy="17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4991100" y="558800"/>
            <a:ext cx="1778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00100" y="800100"/>
            <a:ext cx="16687800" cy="868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409700" y="7188200"/>
            <a:ext cx="154559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422400" y="1866900"/>
            <a:ext cx="154559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781300" y="7721600"/>
            <a:ext cx="127254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209800" y="2819400"/>
            <a:ext cx="13855700" cy="345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